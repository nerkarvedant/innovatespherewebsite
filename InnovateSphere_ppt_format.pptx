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C8D0"/>
    <a:srgbClr val="F4F3EE"/>
    <a:srgbClr val="5A2406"/>
    <a:srgbClr val="F8F3ED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E7411-67C7-CDD1-270E-73B6FE629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05917C70-4516-C4FE-5CF1-08EF40A36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5597C017-770C-AEEA-6816-7A0ECD0BDC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3A3E08D2-279E-CDC9-58AF-FBD59BE4A1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149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3A65A7-40B5-473E-B09C-20F7A9B51D51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8A25AC-791C-4B4C-8D15-01B1195BE747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2BF063-C0FF-73E6-CC44-5473F0008A89}"/>
              </a:ext>
            </a:extLst>
          </p:cNvPr>
          <p:cNvSpPr/>
          <p:nvPr userDrawn="1"/>
        </p:nvSpPr>
        <p:spPr>
          <a:xfrm>
            <a:off x="0" y="6356352"/>
            <a:ext cx="12192000" cy="501647"/>
          </a:xfrm>
          <a:prstGeom prst="rect">
            <a:avLst/>
          </a:prstGeom>
          <a:solidFill>
            <a:srgbClr val="38C8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InnovateSphere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2025 | Code • Create • Conquer | Hybrid Hackathon – AISSMS COE, Pune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8F1A8EE-9B0E-49E4-9C6B-7762694562D0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3E46A1-78D1-4222-B940-E7979CB2087D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E09598-2D9F-4A31-A3A2-2F9006AD8EDA}" type="datetime1">
              <a:rPr lang="en-US" smtClean="0"/>
              <a:t>9/25/2025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B838013-D265-48BD-8503-5F2C101801BC}" type="datetime1">
              <a:rPr lang="en-US" smtClean="0"/>
              <a:t>9/25/2025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1DE8051-1FB7-4031-A167-9CECA5115578}" type="datetime1">
              <a:rPr lang="en-US" smtClean="0"/>
              <a:t>9/25/2025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8CC2CD9-AEFD-4841-B491-81AF174A6475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355FA89-669D-4FA0-8FED-D78F89FBA6E1}" type="datetime1">
              <a:rPr lang="en-US" smtClean="0"/>
              <a:t>9/25/2025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C61FFF-10BB-476D-9700-8A3449A40EB8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41B735A-BC84-4322-AEFD-D61D979AFF2C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C5F991E8-AF90-4765-991A-D116A895937B}" type="datetime1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7C3F7-99C5-763D-28C4-45ACA5C0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7">
            <a:extLst>
              <a:ext uri="{FF2B5EF4-FFF2-40B4-BE49-F238E27FC236}">
                <a16:creationId xmlns:a16="http://schemas.microsoft.com/office/drawing/2014/main" id="{9FCE9AE8-CFA4-836C-2C2F-C6FDEF735673}"/>
              </a:ext>
            </a:extLst>
          </p:cNvPr>
          <p:cNvSpPr txBox="1">
            <a:spLocks/>
          </p:cNvSpPr>
          <p:nvPr/>
        </p:nvSpPr>
        <p:spPr bwMode="auto">
          <a:xfrm>
            <a:off x="66044" y="-31259"/>
            <a:ext cx="9611360" cy="1470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40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InnovateSphere</a:t>
            </a:r>
            <a:r>
              <a:rPr 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doni MT" panose="02070603080606020203" pitchFamily="18" charset="0"/>
              </a:rPr>
              <a:t> HACKATHON 2025</a:t>
            </a:r>
            <a:endParaRPr lang="en-IN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doni MT" panose="020706030806060202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5F87F1-F140-EEE9-0687-A2BFE6927CFB}"/>
              </a:ext>
            </a:extLst>
          </p:cNvPr>
          <p:cNvSpPr txBox="1"/>
          <p:nvPr/>
        </p:nvSpPr>
        <p:spPr>
          <a:xfrm>
            <a:off x="697046" y="2273257"/>
            <a:ext cx="7349674" cy="2932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Leader- 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ubtitle 3">
            <a:extLst>
              <a:ext uri="{FF2B5EF4-FFF2-40B4-BE49-F238E27FC236}">
                <a16:creationId xmlns:a16="http://schemas.microsoft.com/office/drawing/2014/main" id="{550455B7-D9FB-8652-965D-88C31790D01C}"/>
              </a:ext>
            </a:extLst>
          </p:cNvPr>
          <p:cNvSpPr txBox="1">
            <a:spLocks/>
          </p:cNvSpPr>
          <p:nvPr/>
        </p:nvSpPr>
        <p:spPr bwMode="auto">
          <a:xfrm>
            <a:off x="1828800" y="1328389"/>
            <a:ext cx="8534400" cy="541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9A32307-8731-557B-FB4C-991562EA5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4D7475-84A6-B968-90D3-B3E88F7AF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774" y="9832"/>
            <a:ext cx="2888226" cy="13884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F42E98-4583-98D5-3669-BA67CB417B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623" y="1467485"/>
            <a:ext cx="4119715" cy="41197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607A09-15C8-89CF-AEF3-281C54D1E82A}"/>
              </a:ext>
            </a:extLst>
          </p:cNvPr>
          <p:cNvSpPr txBox="1"/>
          <p:nvPr/>
        </p:nvSpPr>
        <p:spPr>
          <a:xfrm>
            <a:off x="7139449" y="4837113"/>
            <a:ext cx="3669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38C8D0"/>
                </a:solidFill>
              </a:rPr>
              <a:t>CODE. CREATE. CONQUER</a:t>
            </a:r>
            <a:endParaRPr lang="en-IN" sz="2400" b="1" dirty="0">
              <a:solidFill>
                <a:srgbClr val="38C8D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885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09600" y="383272"/>
            <a:ext cx="10972800" cy="64155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10816" y="2141237"/>
            <a:ext cx="11436627" cy="329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28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Idea Overview: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Clear, concise explanation of your solution or prototype.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Problem Fit: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How it directly addresses the chosen theme or challenge.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Innovation &amp; Uniqueness: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Key features that make your idea stand out from existing approaches.</a:t>
            </a:r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0816" y="252245"/>
            <a:ext cx="1251857" cy="807334"/>
          </a:xfrm>
          <a:prstGeom prst="ellipse">
            <a:avLst/>
          </a:prstGeom>
          <a:ln>
            <a:solidFill>
              <a:srgbClr val="38C8D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136374-E901-6C26-AC3B-C394852DD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774" y="9832"/>
            <a:ext cx="2888226" cy="13884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78296" y="8441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15332" y="2701541"/>
            <a:ext cx="93853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Technology Stack: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Programming languages, frameworks, APIs, hardware, or tools.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System Design / Process Flow: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High-level diagram, flowchart, or architecture.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346AC7-7BB8-76AD-AC3B-479BA0F8C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774" y="0"/>
            <a:ext cx="2888226" cy="1388436"/>
          </a:xfrm>
          <a:prstGeom prst="rect">
            <a:avLst/>
          </a:prstGeom>
        </p:spPr>
      </p:pic>
      <p:sp>
        <p:nvSpPr>
          <p:cNvPr id="6" name="Oval 5" descr="Your startup LOGO">
            <a:extLst>
              <a:ext uri="{FF2B5EF4-FFF2-40B4-BE49-F238E27FC236}">
                <a16:creationId xmlns:a16="http://schemas.microsoft.com/office/drawing/2014/main" id="{C299ED31-BFDA-B874-D64B-31870F95177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0816" y="252245"/>
            <a:ext cx="1251857" cy="807334"/>
          </a:xfrm>
          <a:prstGeom prst="ellipse">
            <a:avLst/>
          </a:prstGeom>
          <a:ln>
            <a:solidFill>
              <a:srgbClr val="38C8D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937066-B0C5-7668-C316-9F039DF552BF}"/>
              </a:ext>
            </a:extLst>
          </p:cNvPr>
          <p:cNvSpPr txBox="1"/>
          <p:nvPr/>
        </p:nvSpPr>
        <p:spPr>
          <a:xfrm>
            <a:off x="1838227" y="43495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09500" y="788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Practicality: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Why the idea can realistically be developed further 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Challenges &amp; Risks: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Potential technical or operational hurdles.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Mitigation Strategy: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Plans to handle these challenges.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86B918-4A96-1492-0ED5-CF6DD6E1D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774" y="0"/>
            <a:ext cx="2888226" cy="1388436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27DEEA3A-34A0-564A-5923-4E7D79EBC3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0816" y="252245"/>
            <a:ext cx="1251857" cy="807334"/>
          </a:xfrm>
          <a:prstGeom prst="ellipse">
            <a:avLst/>
          </a:prstGeom>
          <a:ln>
            <a:solidFill>
              <a:srgbClr val="38C8D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78296" y="13255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Target Users/Audience: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Who benefits from the solution.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Expected Impact: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Social, economic, environmental, or educational value.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Future Potential: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Opportunities for scaling or real-world deployment.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D7FB56-3DFB-2AEC-0741-263788A9C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774" y="9832"/>
            <a:ext cx="2888226" cy="1388436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B1863454-E00B-2958-3812-F1B065C5E9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0816" y="252245"/>
            <a:ext cx="1251857" cy="807334"/>
          </a:xfrm>
          <a:prstGeom prst="ellipse">
            <a:avLst/>
          </a:prstGeom>
          <a:ln>
            <a:solidFill>
              <a:srgbClr val="38C8D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2016" y="122718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lvl="0" defTabSz="914400" eaLnBrk="0" hangingPunct="0"/>
            <a:r>
              <a:rPr lang="en-US" altLang="en-US" sz="2800" b="1" dirty="0">
                <a:latin typeface="Arial" panose="020B0604020202020204" pitchFamily="34" charset="0"/>
              </a:rPr>
              <a:t>Supporting Research/Links:</a:t>
            </a:r>
            <a:r>
              <a:rPr lang="en-US" altLang="en-US" sz="2800" dirty="0">
                <a:latin typeface="Arial" panose="020B0604020202020204" pitchFamily="34" charset="0"/>
              </a:rPr>
              <a:t> Studies, articles, datasets, or open-source resources used.</a:t>
            </a:r>
          </a:p>
          <a:p>
            <a:pPr lvl="0" defTabSz="914400" eaLnBrk="0" hangingPunct="0"/>
            <a:r>
              <a:rPr lang="en-US" altLang="en-US" sz="2800" b="1" dirty="0">
                <a:latin typeface="Arial" panose="020B0604020202020204" pitchFamily="34" charset="0"/>
              </a:rPr>
              <a:t>Existing Work &amp; Inspiration:</a:t>
            </a:r>
            <a:r>
              <a:rPr lang="en-US" altLang="en-US" sz="2800" dirty="0">
                <a:latin typeface="Arial" panose="020B0604020202020204" pitchFamily="34" charset="0"/>
              </a:rPr>
              <a:t> Any similar solutions or background material consulted.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B049D2-304D-8393-D4C0-DD9CE70D8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3774" y="0"/>
            <a:ext cx="2888226" cy="1388436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84D843D0-FA13-CFF8-9029-5364B437EFC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10816" y="252245"/>
            <a:ext cx="1251857" cy="807334"/>
          </a:xfrm>
          <a:prstGeom prst="ellipse">
            <a:avLst/>
          </a:prstGeom>
          <a:ln>
            <a:solidFill>
              <a:srgbClr val="38C8D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8159</TotalTime>
  <Words>226</Words>
  <Application>Microsoft Office PowerPoint</Application>
  <PresentationFormat>Widescreen</PresentationFormat>
  <Paragraphs>39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Bodoni MT</vt:lpstr>
      <vt:lpstr>Calibri</vt:lpstr>
      <vt:lpstr>Times New Roman</vt:lpstr>
      <vt:lpstr>TradeGothic</vt:lpstr>
      <vt:lpstr>Wingdings</vt:lpstr>
      <vt:lpstr>Office Theme</vt:lpstr>
      <vt:lpstr>PowerPoint Presentation</vt:lpstr>
      <vt:lpstr>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Shashikant Thorat</cp:lastModifiedBy>
  <cp:revision>151</cp:revision>
  <dcterms:created xsi:type="dcterms:W3CDTF">2013-12-12T18:46:50Z</dcterms:created>
  <dcterms:modified xsi:type="dcterms:W3CDTF">2025-09-25T10:21:58Z</dcterms:modified>
  <cp:category/>
</cp:coreProperties>
</file>